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B4CF6-1141-01DB-4DBF-81E86DC749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A90F17-C66D-1F58-1E5E-2538E60554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3B513D7-6C2C-8844-323C-61958A2C0063}"/>
              </a:ext>
            </a:extLst>
          </p:cNvPr>
          <p:cNvSpPr>
            <a:spLocks noGrp="1"/>
          </p:cNvSpPr>
          <p:nvPr>
            <p:ph type="dt" sz="half" idx="10"/>
          </p:nvPr>
        </p:nvSpPr>
        <p:spPr/>
        <p:txBody>
          <a:bodyPr/>
          <a:lstStyle/>
          <a:p>
            <a:fld id="{37C1C2C3-B905-4FDD-A022-EBAC58F8B58C}" type="datetimeFigureOut">
              <a:rPr lang="en-IN" smtClean="0"/>
              <a:t>15-02-2024</a:t>
            </a:fld>
            <a:endParaRPr lang="en-IN"/>
          </a:p>
        </p:txBody>
      </p:sp>
      <p:sp>
        <p:nvSpPr>
          <p:cNvPr id="5" name="Footer Placeholder 4">
            <a:extLst>
              <a:ext uri="{FF2B5EF4-FFF2-40B4-BE49-F238E27FC236}">
                <a16:creationId xmlns:a16="http://schemas.microsoft.com/office/drawing/2014/main" id="{EBC8E966-91B3-545B-316C-C0640DF80E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017C0C-52D6-C948-FE4B-D7925E6CA823}"/>
              </a:ext>
            </a:extLst>
          </p:cNvPr>
          <p:cNvSpPr>
            <a:spLocks noGrp="1"/>
          </p:cNvSpPr>
          <p:nvPr>
            <p:ph type="sldNum" sz="quarter" idx="12"/>
          </p:nvPr>
        </p:nvSpPr>
        <p:spPr/>
        <p:txBody>
          <a:bodyPr/>
          <a:lstStyle/>
          <a:p>
            <a:fld id="{3949A217-4DF4-44A5-914B-8581D6E2B82D}" type="slidenum">
              <a:rPr lang="en-IN" smtClean="0"/>
              <a:t>‹#›</a:t>
            </a:fld>
            <a:endParaRPr lang="en-IN"/>
          </a:p>
        </p:txBody>
      </p:sp>
    </p:spTree>
    <p:extLst>
      <p:ext uri="{BB962C8B-B14F-4D97-AF65-F5344CB8AC3E}">
        <p14:creationId xmlns:p14="http://schemas.microsoft.com/office/powerpoint/2010/main" val="431311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9071D-F164-AE8F-2462-0317E569CE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2556C5-05B5-D7E8-42B0-CB9D3A545D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60AEF0-4B28-F180-4F03-990D6E33189C}"/>
              </a:ext>
            </a:extLst>
          </p:cNvPr>
          <p:cNvSpPr>
            <a:spLocks noGrp="1"/>
          </p:cNvSpPr>
          <p:nvPr>
            <p:ph type="dt" sz="half" idx="10"/>
          </p:nvPr>
        </p:nvSpPr>
        <p:spPr/>
        <p:txBody>
          <a:bodyPr/>
          <a:lstStyle/>
          <a:p>
            <a:fld id="{37C1C2C3-B905-4FDD-A022-EBAC58F8B58C}" type="datetimeFigureOut">
              <a:rPr lang="en-IN" smtClean="0"/>
              <a:t>15-02-2024</a:t>
            </a:fld>
            <a:endParaRPr lang="en-IN"/>
          </a:p>
        </p:txBody>
      </p:sp>
      <p:sp>
        <p:nvSpPr>
          <p:cNvPr id="5" name="Footer Placeholder 4">
            <a:extLst>
              <a:ext uri="{FF2B5EF4-FFF2-40B4-BE49-F238E27FC236}">
                <a16:creationId xmlns:a16="http://schemas.microsoft.com/office/drawing/2014/main" id="{AB5664EE-7439-595B-720C-35E84544E4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1CEF35-C819-3655-3702-FBDDA89AFC76}"/>
              </a:ext>
            </a:extLst>
          </p:cNvPr>
          <p:cNvSpPr>
            <a:spLocks noGrp="1"/>
          </p:cNvSpPr>
          <p:nvPr>
            <p:ph type="sldNum" sz="quarter" idx="12"/>
          </p:nvPr>
        </p:nvSpPr>
        <p:spPr/>
        <p:txBody>
          <a:bodyPr/>
          <a:lstStyle/>
          <a:p>
            <a:fld id="{3949A217-4DF4-44A5-914B-8581D6E2B82D}" type="slidenum">
              <a:rPr lang="en-IN" smtClean="0"/>
              <a:t>‹#›</a:t>
            </a:fld>
            <a:endParaRPr lang="en-IN"/>
          </a:p>
        </p:txBody>
      </p:sp>
    </p:spTree>
    <p:extLst>
      <p:ext uri="{BB962C8B-B14F-4D97-AF65-F5344CB8AC3E}">
        <p14:creationId xmlns:p14="http://schemas.microsoft.com/office/powerpoint/2010/main" val="396102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FD9D0-D0E3-D5F0-46DE-C18FDA08B1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F039562-9803-E38C-9508-3707825912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44968E-DBE7-EDED-025A-DC06913EC58D}"/>
              </a:ext>
            </a:extLst>
          </p:cNvPr>
          <p:cNvSpPr>
            <a:spLocks noGrp="1"/>
          </p:cNvSpPr>
          <p:nvPr>
            <p:ph type="dt" sz="half" idx="10"/>
          </p:nvPr>
        </p:nvSpPr>
        <p:spPr/>
        <p:txBody>
          <a:bodyPr/>
          <a:lstStyle/>
          <a:p>
            <a:fld id="{37C1C2C3-B905-4FDD-A022-EBAC58F8B58C}" type="datetimeFigureOut">
              <a:rPr lang="en-IN" smtClean="0"/>
              <a:t>15-02-2024</a:t>
            </a:fld>
            <a:endParaRPr lang="en-IN"/>
          </a:p>
        </p:txBody>
      </p:sp>
      <p:sp>
        <p:nvSpPr>
          <p:cNvPr id="5" name="Footer Placeholder 4">
            <a:extLst>
              <a:ext uri="{FF2B5EF4-FFF2-40B4-BE49-F238E27FC236}">
                <a16:creationId xmlns:a16="http://schemas.microsoft.com/office/drawing/2014/main" id="{A13A4184-B32E-0B85-6B59-F53C5FD865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E77C72-1C0D-5B3E-BA7C-AD30840B09E8}"/>
              </a:ext>
            </a:extLst>
          </p:cNvPr>
          <p:cNvSpPr>
            <a:spLocks noGrp="1"/>
          </p:cNvSpPr>
          <p:nvPr>
            <p:ph type="sldNum" sz="quarter" idx="12"/>
          </p:nvPr>
        </p:nvSpPr>
        <p:spPr/>
        <p:txBody>
          <a:bodyPr/>
          <a:lstStyle/>
          <a:p>
            <a:fld id="{3949A217-4DF4-44A5-914B-8581D6E2B82D}" type="slidenum">
              <a:rPr lang="en-IN" smtClean="0"/>
              <a:t>‹#›</a:t>
            </a:fld>
            <a:endParaRPr lang="en-IN"/>
          </a:p>
        </p:txBody>
      </p:sp>
    </p:spTree>
    <p:extLst>
      <p:ext uri="{BB962C8B-B14F-4D97-AF65-F5344CB8AC3E}">
        <p14:creationId xmlns:p14="http://schemas.microsoft.com/office/powerpoint/2010/main" val="2507441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01226-9DFD-E56B-7B6E-62AAEA3E29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CA275E-1E82-C742-95DB-AC24E3087A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EC9C980-2B92-0AEA-7DBC-0EE71CD423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5CB6FEB-7837-0136-ABAC-95F931EA9CA0}"/>
              </a:ext>
            </a:extLst>
          </p:cNvPr>
          <p:cNvSpPr>
            <a:spLocks noGrp="1"/>
          </p:cNvSpPr>
          <p:nvPr>
            <p:ph type="dt" sz="half" idx="10"/>
          </p:nvPr>
        </p:nvSpPr>
        <p:spPr/>
        <p:txBody>
          <a:bodyPr/>
          <a:lstStyle/>
          <a:p>
            <a:fld id="{37C1C2C3-B905-4FDD-A022-EBAC58F8B58C}" type="datetimeFigureOut">
              <a:rPr lang="en-IN" smtClean="0"/>
              <a:t>15-02-2024</a:t>
            </a:fld>
            <a:endParaRPr lang="en-IN"/>
          </a:p>
        </p:txBody>
      </p:sp>
      <p:sp>
        <p:nvSpPr>
          <p:cNvPr id="6" name="Footer Placeholder 5">
            <a:extLst>
              <a:ext uri="{FF2B5EF4-FFF2-40B4-BE49-F238E27FC236}">
                <a16:creationId xmlns:a16="http://schemas.microsoft.com/office/drawing/2014/main" id="{CB273FA1-451F-8523-9DEE-C63509F13F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CDA805-B36A-BF33-AC1B-09BEB43E9CA3}"/>
              </a:ext>
            </a:extLst>
          </p:cNvPr>
          <p:cNvSpPr>
            <a:spLocks noGrp="1"/>
          </p:cNvSpPr>
          <p:nvPr>
            <p:ph type="sldNum" sz="quarter" idx="12"/>
          </p:nvPr>
        </p:nvSpPr>
        <p:spPr/>
        <p:txBody>
          <a:bodyPr/>
          <a:lstStyle/>
          <a:p>
            <a:fld id="{3949A217-4DF4-44A5-914B-8581D6E2B82D}" type="slidenum">
              <a:rPr lang="en-IN" smtClean="0"/>
              <a:t>‹#›</a:t>
            </a:fld>
            <a:endParaRPr lang="en-IN"/>
          </a:p>
        </p:txBody>
      </p:sp>
    </p:spTree>
    <p:extLst>
      <p:ext uri="{BB962C8B-B14F-4D97-AF65-F5344CB8AC3E}">
        <p14:creationId xmlns:p14="http://schemas.microsoft.com/office/powerpoint/2010/main" val="2798669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1F693-FA1B-C701-5F3B-E1C4EDFB254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42DEC-3664-1571-6BED-85ECBA4A0E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ECDCC7-FEB7-A8CF-A0F5-3713C5FC64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BEAE04-1AFF-EC4D-4706-1CBD5787A9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5F8C04-C66A-93EB-E375-0D54103F32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8C2B71-0E7E-62B2-CA6E-1BB0AAF0BFA7}"/>
              </a:ext>
            </a:extLst>
          </p:cNvPr>
          <p:cNvSpPr>
            <a:spLocks noGrp="1"/>
          </p:cNvSpPr>
          <p:nvPr>
            <p:ph type="dt" sz="half" idx="10"/>
          </p:nvPr>
        </p:nvSpPr>
        <p:spPr/>
        <p:txBody>
          <a:bodyPr/>
          <a:lstStyle/>
          <a:p>
            <a:fld id="{37C1C2C3-B905-4FDD-A022-EBAC58F8B58C}" type="datetimeFigureOut">
              <a:rPr lang="en-IN" smtClean="0"/>
              <a:t>15-02-2024</a:t>
            </a:fld>
            <a:endParaRPr lang="en-IN"/>
          </a:p>
        </p:txBody>
      </p:sp>
      <p:sp>
        <p:nvSpPr>
          <p:cNvPr id="8" name="Footer Placeholder 7">
            <a:extLst>
              <a:ext uri="{FF2B5EF4-FFF2-40B4-BE49-F238E27FC236}">
                <a16:creationId xmlns:a16="http://schemas.microsoft.com/office/drawing/2014/main" id="{8C012EAA-0057-AAFB-4FF5-4BF94C22DCB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2CEE169-5FF7-D9B5-E207-C948F275BC0F}"/>
              </a:ext>
            </a:extLst>
          </p:cNvPr>
          <p:cNvSpPr>
            <a:spLocks noGrp="1"/>
          </p:cNvSpPr>
          <p:nvPr>
            <p:ph type="sldNum" sz="quarter" idx="12"/>
          </p:nvPr>
        </p:nvSpPr>
        <p:spPr/>
        <p:txBody>
          <a:bodyPr/>
          <a:lstStyle/>
          <a:p>
            <a:fld id="{3949A217-4DF4-44A5-914B-8581D6E2B82D}" type="slidenum">
              <a:rPr lang="en-IN" smtClean="0"/>
              <a:t>‹#›</a:t>
            </a:fld>
            <a:endParaRPr lang="en-IN"/>
          </a:p>
        </p:txBody>
      </p:sp>
    </p:spTree>
    <p:extLst>
      <p:ext uri="{BB962C8B-B14F-4D97-AF65-F5344CB8AC3E}">
        <p14:creationId xmlns:p14="http://schemas.microsoft.com/office/powerpoint/2010/main" val="1840958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3CDDC-496C-192A-355E-1989DED734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9D39B8-B24A-2E1A-1B52-A0451D6BA710}"/>
              </a:ext>
            </a:extLst>
          </p:cNvPr>
          <p:cNvSpPr>
            <a:spLocks noGrp="1"/>
          </p:cNvSpPr>
          <p:nvPr>
            <p:ph type="dt" sz="half" idx="10"/>
          </p:nvPr>
        </p:nvSpPr>
        <p:spPr/>
        <p:txBody>
          <a:bodyPr/>
          <a:lstStyle/>
          <a:p>
            <a:fld id="{37C1C2C3-B905-4FDD-A022-EBAC58F8B58C}" type="datetimeFigureOut">
              <a:rPr lang="en-IN" smtClean="0"/>
              <a:t>15-02-2024</a:t>
            </a:fld>
            <a:endParaRPr lang="en-IN"/>
          </a:p>
        </p:txBody>
      </p:sp>
      <p:sp>
        <p:nvSpPr>
          <p:cNvPr id="4" name="Footer Placeholder 3">
            <a:extLst>
              <a:ext uri="{FF2B5EF4-FFF2-40B4-BE49-F238E27FC236}">
                <a16:creationId xmlns:a16="http://schemas.microsoft.com/office/drawing/2014/main" id="{DCFEA35E-0DBB-D956-211E-F01C977613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B89A503-FE55-D384-24E1-639F83744C11}"/>
              </a:ext>
            </a:extLst>
          </p:cNvPr>
          <p:cNvSpPr>
            <a:spLocks noGrp="1"/>
          </p:cNvSpPr>
          <p:nvPr>
            <p:ph type="sldNum" sz="quarter" idx="12"/>
          </p:nvPr>
        </p:nvSpPr>
        <p:spPr/>
        <p:txBody>
          <a:bodyPr/>
          <a:lstStyle/>
          <a:p>
            <a:fld id="{3949A217-4DF4-44A5-914B-8581D6E2B82D}" type="slidenum">
              <a:rPr lang="en-IN" smtClean="0"/>
              <a:t>‹#›</a:t>
            </a:fld>
            <a:endParaRPr lang="en-IN"/>
          </a:p>
        </p:txBody>
      </p:sp>
    </p:spTree>
    <p:extLst>
      <p:ext uri="{BB962C8B-B14F-4D97-AF65-F5344CB8AC3E}">
        <p14:creationId xmlns:p14="http://schemas.microsoft.com/office/powerpoint/2010/main" val="2433252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03D4D1-9453-7BC2-B3D9-7A79E08025DE}"/>
              </a:ext>
            </a:extLst>
          </p:cNvPr>
          <p:cNvSpPr>
            <a:spLocks noGrp="1"/>
          </p:cNvSpPr>
          <p:nvPr>
            <p:ph type="dt" sz="half" idx="10"/>
          </p:nvPr>
        </p:nvSpPr>
        <p:spPr/>
        <p:txBody>
          <a:bodyPr/>
          <a:lstStyle/>
          <a:p>
            <a:fld id="{37C1C2C3-B905-4FDD-A022-EBAC58F8B58C}" type="datetimeFigureOut">
              <a:rPr lang="en-IN" smtClean="0"/>
              <a:t>15-02-2024</a:t>
            </a:fld>
            <a:endParaRPr lang="en-IN"/>
          </a:p>
        </p:txBody>
      </p:sp>
      <p:sp>
        <p:nvSpPr>
          <p:cNvPr id="3" name="Footer Placeholder 2">
            <a:extLst>
              <a:ext uri="{FF2B5EF4-FFF2-40B4-BE49-F238E27FC236}">
                <a16:creationId xmlns:a16="http://schemas.microsoft.com/office/drawing/2014/main" id="{0F2B9335-5DE7-6CFE-3AF3-4EFE42C40AB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EB5D686-E15E-33A6-A242-1E16F255D91A}"/>
              </a:ext>
            </a:extLst>
          </p:cNvPr>
          <p:cNvSpPr>
            <a:spLocks noGrp="1"/>
          </p:cNvSpPr>
          <p:nvPr>
            <p:ph type="sldNum" sz="quarter" idx="12"/>
          </p:nvPr>
        </p:nvSpPr>
        <p:spPr/>
        <p:txBody>
          <a:bodyPr/>
          <a:lstStyle/>
          <a:p>
            <a:fld id="{3949A217-4DF4-44A5-914B-8581D6E2B82D}" type="slidenum">
              <a:rPr lang="en-IN" smtClean="0"/>
              <a:t>‹#›</a:t>
            </a:fld>
            <a:endParaRPr lang="en-IN"/>
          </a:p>
        </p:txBody>
      </p:sp>
    </p:spTree>
    <p:extLst>
      <p:ext uri="{BB962C8B-B14F-4D97-AF65-F5344CB8AC3E}">
        <p14:creationId xmlns:p14="http://schemas.microsoft.com/office/powerpoint/2010/main" val="2560633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B7EDF-DB61-55C1-EBDF-C534BA32D4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D1633CC-A5DA-6C1D-5089-D1E0610047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2FF9A38-E2F4-966F-B75E-58A3520B96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1C1E84-EA8D-A4E5-C163-9021129F9049}"/>
              </a:ext>
            </a:extLst>
          </p:cNvPr>
          <p:cNvSpPr>
            <a:spLocks noGrp="1"/>
          </p:cNvSpPr>
          <p:nvPr>
            <p:ph type="dt" sz="half" idx="10"/>
          </p:nvPr>
        </p:nvSpPr>
        <p:spPr/>
        <p:txBody>
          <a:bodyPr/>
          <a:lstStyle/>
          <a:p>
            <a:fld id="{37C1C2C3-B905-4FDD-A022-EBAC58F8B58C}" type="datetimeFigureOut">
              <a:rPr lang="en-IN" smtClean="0"/>
              <a:t>15-02-2024</a:t>
            </a:fld>
            <a:endParaRPr lang="en-IN"/>
          </a:p>
        </p:txBody>
      </p:sp>
      <p:sp>
        <p:nvSpPr>
          <p:cNvPr id="6" name="Footer Placeholder 5">
            <a:extLst>
              <a:ext uri="{FF2B5EF4-FFF2-40B4-BE49-F238E27FC236}">
                <a16:creationId xmlns:a16="http://schemas.microsoft.com/office/drawing/2014/main" id="{A7EC373C-0C36-DA27-3053-CB7E26EF97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F3D72F-F779-AA34-3B01-D631A3B27C64}"/>
              </a:ext>
            </a:extLst>
          </p:cNvPr>
          <p:cNvSpPr>
            <a:spLocks noGrp="1"/>
          </p:cNvSpPr>
          <p:nvPr>
            <p:ph type="sldNum" sz="quarter" idx="12"/>
          </p:nvPr>
        </p:nvSpPr>
        <p:spPr/>
        <p:txBody>
          <a:bodyPr/>
          <a:lstStyle/>
          <a:p>
            <a:fld id="{3949A217-4DF4-44A5-914B-8581D6E2B82D}" type="slidenum">
              <a:rPr lang="en-IN" smtClean="0"/>
              <a:t>‹#›</a:t>
            </a:fld>
            <a:endParaRPr lang="en-IN"/>
          </a:p>
        </p:txBody>
      </p:sp>
    </p:spTree>
    <p:extLst>
      <p:ext uri="{BB962C8B-B14F-4D97-AF65-F5344CB8AC3E}">
        <p14:creationId xmlns:p14="http://schemas.microsoft.com/office/powerpoint/2010/main" val="3996157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3FD60-BBEE-5A50-C2CD-241034F3D3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607004E-48EA-04A2-1F28-37B8330489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CAFDC68-7435-E78E-C5C5-9298B53870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0718A9-E15C-7B17-A8DC-F88A6AEF62F1}"/>
              </a:ext>
            </a:extLst>
          </p:cNvPr>
          <p:cNvSpPr>
            <a:spLocks noGrp="1"/>
          </p:cNvSpPr>
          <p:nvPr>
            <p:ph type="dt" sz="half" idx="10"/>
          </p:nvPr>
        </p:nvSpPr>
        <p:spPr/>
        <p:txBody>
          <a:bodyPr/>
          <a:lstStyle/>
          <a:p>
            <a:fld id="{37C1C2C3-B905-4FDD-A022-EBAC58F8B58C}" type="datetimeFigureOut">
              <a:rPr lang="en-IN" smtClean="0"/>
              <a:t>15-02-2024</a:t>
            </a:fld>
            <a:endParaRPr lang="en-IN"/>
          </a:p>
        </p:txBody>
      </p:sp>
      <p:sp>
        <p:nvSpPr>
          <p:cNvPr id="6" name="Footer Placeholder 5">
            <a:extLst>
              <a:ext uri="{FF2B5EF4-FFF2-40B4-BE49-F238E27FC236}">
                <a16:creationId xmlns:a16="http://schemas.microsoft.com/office/drawing/2014/main" id="{54D0BB72-008C-6131-6BEB-87295BAE17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5ED2A3-44AB-0340-D44A-F84EA335544B}"/>
              </a:ext>
            </a:extLst>
          </p:cNvPr>
          <p:cNvSpPr>
            <a:spLocks noGrp="1"/>
          </p:cNvSpPr>
          <p:nvPr>
            <p:ph type="sldNum" sz="quarter" idx="12"/>
          </p:nvPr>
        </p:nvSpPr>
        <p:spPr/>
        <p:txBody>
          <a:bodyPr/>
          <a:lstStyle/>
          <a:p>
            <a:fld id="{3949A217-4DF4-44A5-914B-8581D6E2B82D}" type="slidenum">
              <a:rPr lang="en-IN" smtClean="0"/>
              <a:t>‹#›</a:t>
            </a:fld>
            <a:endParaRPr lang="en-IN"/>
          </a:p>
        </p:txBody>
      </p:sp>
    </p:spTree>
    <p:extLst>
      <p:ext uri="{BB962C8B-B14F-4D97-AF65-F5344CB8AC3E}">
        <p14:creationId xmlns:p14="http://schemas.microsoft.com/office/powerpoint/2010/main" val="174148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3608F-504D-0F73-08FF-49534ADCDF6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2352B6-8242-59E4-AA58-81F056D315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883536-0A9E-D891-AD71-ACCB9080217A}"/>
              </a:ext>
            </a:extLst>
          </p:cNvPr>
          <p:cNvSpPr>
            <a:spLocks noGrp="1"/>
          </p:cNvSpPr>
          <p:nvPr>
            <p:ph type="dt" sz="half" idx="10"/>
          </p:nvPr>
        </p:nvSpPr>
        <p:spPr/>
        <p:txBody>
          <a:bodyPr/>
          <a:lstStyle/>
          <a:p>
            <a:fld id="{37C1C2C3-B905-4FDD-A022-EBAC58F8B58C}" type="datetimeFigureOut">
              <a:rPr lang="en-IN" smtClean="0"/>
              <a:t>15-02-2024</a:t>
            </a:fld>
            <a:endParaRPr lang="en-IN"/>
          </a:p>
        </p:txBody>
      </p:sp>
      <p:sp>
        <p:nvSpPr>
          <p:cNvPr id="5" name="Footer Placeholder 4">
            <a:extLst>
              <a:ext uri="{FF2B5EF4-FFF2-40B4-BE49-F238E27FC236}">
                <a16:creationId xmlns:a16="http://schemas.microsoft.com/office/drawing/2014/main" id="{297DC671-6607-B2DF-7752-286CE6BE10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C5044E-29D2-3F5F-1B2B-2C42D5C42C88}"/>
              </a:ext>
            </a:extLst>
          </p:cNvPr>
          <p:cNvSpPr>
            <a:spLocks noGrp="1"/>
          </p:cNvSpPr>
          <p:nvPr>
            <p:ph type="sldNum" sz="quarter" idx="12"/>
          </p:nvPr>
        </p:nvSpPr>
        <p:spPr/>
        <p:txBody>
          <a:bodyPr/>
          <a:lstStyle/>
          <a:p>
            <a:fld id="{3949A217-4DF4-44A5-914B-8581D6E2B82D}" type="slidenum">
              <a:rPr lang="en-IN" smtClean="0"/>
              <a:t>‹#›</a:t>
            </a:fld>
            <a:endParaRPr lang="en-IN"/>
          </a:p>
        </p:txBody>
      </p:sp>
    </p:spTree>
    <p:extLst>
      <p:ext uri="{BB962C8B-B14F-4D97-AF65-F5344CB8AC3E}">
        <p14:creationId xmlns:p14="http://schemas.microsoft.com/office/powerpoint/2010/main" val="327827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C35B62-8868-8B3F-A6AB-226CD7C803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3D97EE-1CE1-79D9-1468-32273C867C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ED3949-BF1F-181E-A310-82206CC01C2A}"/>
              </a:ext>
            </a:extLst>
          </p:cNvPr>
          <p:cNvSpPr>
            <a:spLocks noGrp="1"/>
          </p:cNvSpPr>
          <p:nvPr>
            <p:ph type="dt" sz="half" idx="10"/>
          </p:nvPr>
        </p:nvSpPr>
        <p:spPr/>
        <p:txBody>
          <a:bodyPr/>
          <a:lstStyle/>
          <a:p>
            <a:fld id="{37C1C2C3-B905-4FDD-A022-EBAC58F8B58C}" type="datetimeFigureOut">
              <a:rPr lang="en-IN" smtClean="0"/>
              <a:t>15-02-2024</a:t>
            </a:fld>
            <a:endParaRPr lang="en-IN"/>
          </a:p>
        </p:txBody>
      </p:sp>
      <p:sp>
        <p:nvSpPr>
          <p:cNvPr id="5" name="Footer Placeholder 4">
            <a:extLst>
              <a:ext uri="{FF2B5EF4-FFF2-40B4-BE49-F238E27FC236}">
                <a16:creationId xmlns:a16="http://schemas.microsoft.com/office/drawing/2014/main" id="{7F6353A9-1BE7-49C0-4904-098B07F087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B00FAE-A5BE-05C9-F68C-CA06A9604E51}"/>
              </a:ext>
            </a:extLst>
          </p:cNvPr>
          <p:cNvSpPr>
            <a:spLocks noGrp="1"/>
          </p:cNvSpPr>
          <p:nvPr>
            <p:ph type="sldNum" sz="quarter" idx="12"/>
          </p:nvPr>
        </p:nvSpPr>
        <p:spPr/>
        <p:txBody>
          <a:bodyPr/>
          <a:lstStyle/>
          <a:p>
            <a:fld id="{3949A217-4DF4-44A5-914B-8581D6E2B82D}" type="slidenum">
              <a:rPr lang="en-IN" smtClean="0"/>
              <a:t>‹#›</a:t>
            </a:fld>
            <a:endParaRPr lang="en-IN"/>
          </a:p>
        </p:txBody>
      </p:sp>
    </p:spTree>
    <p:extLst>
      <p:ext uri="{BB962C8B-B14F-4D97-AF65-F5344CB8AC3E}">
        <p14:creationId xmlns:p14="http://schemas.microsoft.com/office/powerpoint/2010/main" val="1436987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B4F0CF-F872-DAA2-9B38-6C9CF0B1AE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A867D4-4F25-13ED-F955-1F0D91CE60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EB50AC-4F2B-B3BD-20CE-78182C377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C1C2C3-B905-4FDD-A022-EBAC58F8B58C}" type="datetimeFigureOut">
              <a:rPr lang="en-IN" smtClean="0"/>
              <a:t>15-02-2024</a:t>
            </a:fld>
            <a:endParaRPr lang="en-IN"/>
          </a:p>
        </p:txBody>
      </p:sp>
      <p:sp>
        <p:nvSpPr>
          <p:cNvPr id="5" name="Footer Placeholder 4">
            <a:extLst>
              <a:ext uri="{FF2B5EF4-FFF2-40B4-BE49-F238E27FC236}">
                <a16:creationId xmlns:a16="http://schemas.microsoft.com/office/drawing/2014/main" id="{96B194D5-87C2-68AB-88DD-B9FC1A0350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CEF8FDA-7880-E3D7-72CA-D44C17B3ED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49A217-4DF4-44A5-914B-8581D6E2B82D}" type="slidenum">
              <a:rPr lang="en-IN" smtClean="0"/>
              <a:t>‹#›</a:t>
            </a:fld>
            <a:endParaRPr lang="en-IN"/>
          </a:p>
        </p:txBody>
      </p:sp>
    </p:spTree>
    <p:extLst>
      <p:ext uri="{BB962C8B-B14F-4D97-AF65-F5344CB8AC3E}">
        <p14:creationId xmlns:p14="http://schemas.microsoft.com/office/powerpoint/2010/main" val="1853934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F2B93-5A8B-EA27-A62E-816B0D63EF72}"/>
              </a:ext>
            </a:extLst>
          </p:cNvPr>
          <p:cNvSpPr>
            <a:spLocks noGrp="1"/>
          </p:cNvSpPr>
          <p:nvPr>
            <p:ph type="ctrTitle"/>
          </p:nvPr>
        </p:nvSpPr>
        <p:spPr>
          <a:xfrm>
            <a:off x="1524000" y="158620"/>
            <a:ext cx="9144000" cy="1149318"/>
          </a:xfrm>
        </p:spPr>
        <p:txBody>
          <a:bodyPr/>
          <a:lstStyle/>
          <a:p>
            <a:r>
              <a:rPr lang="en-IN" dirty="0" err="1"/>
              <a:t>Galanto</a:t>
            </a:r>
            <a:r>
              <a:rPr lang="en-IN" dirty="0"/>
              <a:t> </a:t>
            </a:r>
            <a:r>
              <a:rPr lang="en-IN" dirty="0" err="1"/>
              <a:t>Inovations</a:t>
            </a:r>
            <a:endParaRPr lang="en-IN" dirty="0"/>
          </a:p>
        </p:txBody>
      </p:sp>
      <p:sp>
        <p:nvSpPr>
          <p:cNvPr id="3" name="Subtitle 2">
            <a:extLst>
              <a:ext uri="{FF2B5EF4-FFF2-40B4-BE49-F238E27FC236}">
                <a16:creationId xmlns:a16="http://schemas.microsoft.com/office/drawing/2014/main" id="{991CD889-8F73-B740-8D38-AF122823485B}"/>
              </a:ext>
            </a:extLst>
          </p:cNvPr>
          <p:cNvSpPr>
            <a:spLocks noGrp="1"/>
          </p:cNvSpPr>
          <p:nvPr>
            <p:ph type="subTitle" idx="1"/>
          </p:nvPr>
        </p:nvSpPr>
        <p:spPr>
          <a:xfrm>
            <a:off x="8845420" y="4815017"/>
            <a:ext cx="3144416" cy="1025945"/>
          </a:xfrm>
        </p:spPr>
        <p:txBody>
          <a:bodyPr>
            <a:normAutofit fontScale="70000" lnSpcReduction="20000"/>
          </a:bodyPr>
          <a:lstStyle/>
          <a:p>
            <a:r>
              <a:rPr lang="en-IN" sz="4000" dirty="0"/>
              <a:t>By-</a:t>
            </a:r>
          </a:p>
          <a:p>
            <a:r>
              <a:rPr lang="en-IN" sz="4000" dirty="0"/>
              <a:t>Krishanshu </a:t>
            </a:r>
            <a:r>
              <a:rPr lang="en-IN" sz="4000" dirty="0" err="1"/>
              <a:t>Srivatava</a:t>
            </a:r>
            <a:endParaRPr lang="en-IN" sz="4000" dirty="0"/>
          </a:p>
        </p:txBody>
      </p:sp>
      <p:sp>
        <p:nvSpPr>
          <p:cNvPr id="4" name="Subtitle 2">
            <a:extLst>
              <a:ext uri="{FF2B5EF4-FFF2-40B4-BE49-F238E27FC236}">
                <a16:creationId xmlns:a16="http://schemas.microsoft.com/office/drawing/2014/main" id="{66B88A67-1FF7-B126-CF84-BFC251E2E24C}"/>
              </a:ext>
            </a:extLst>
          </p:cNvPr>
          <p:cNvSpPr txBox="1">
            <a:spLocks/>
          </p:cNvSpPr>
          <p:nvPr/>
        </p:nvSpPr>
        <p:spPr>
          <a:xfrm>
            <a:off x="566057" y="2028275"/>
            <a:ext cx="4372947" cy="82067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4000"/>
              <a:t>Krishanshu_Wrist</a:t>
            </a:r>
            <a:endParaRPr lang="en-IN" sz="4000" dirty="0"/>
          </a:p>
        </p:txBody>
      </p:sp>
      <p:pic>
        <p:nvPicPr>
          <p:cNvPr id="6" name="Picture 5" descr="A knife and tomatoes on a cutting board&#10;&#10;Description automatically generated">
            <a:extLst>
              <a:ext uri="{FF2B5EF4-FFF2-40B4-BE49-F238E27FC236}">
                <a16:creationId xmlns:a16="http://schemas.microsoft.com/office/drawing/2014/main" id="{65471870-21A6-9C23-4447-AAA40A19A2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196" y="2325118"/>
            <a:ext cx="6840802" cy="5355628"/>
          </a:xfrm>
          <a:prstGeom prst="rect">
            <a:avLst/>
          </a:prstGeom>
        </p:spPr>
      </p:pic>
    </p:spTree>
    <p:extLst>
      <p:ext uri="{BB962C8B-B14F-4D97-AF65-F5344CB8AC3E}">
        <p14:creationId xmlns:p14="http://schemas.microsoft.com/office/powerpoint/2010/main" val="3702808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FA5B8-138A-98D8-C67D-C7F9B49932F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2DCF23F-4BED-A82A-83F3-6356BDECFF8F}"/>
              </a:ext>
            </a:extLst>
          </p:cNvPr>
          <p:cNvPicPr>
            <a:picLocks noChangeAspect="1"/>
          </p:cNvPicPr>
          <p:nvPr/>
        </p:nvPicPr>
        <p:blipFill>
          <a:blip r:embed="rId2"/>
          <a:stretch>
            <a:fillRect/>
          </a:stretch>
        </p:blipFill>
        <p:spPr>
          <a:xfrm>
            <a:off x="1126258" y="322231"/>
            <a:ext cx="6086306" cy="3028812"/>
          </a:xfrm>
          <a:prstGeom prst="rect">
            <a:avLst/>
          </a:prstGeom>
        </p:spPr>
      </p:pic>
      <p:sp>
        <p:nvSpPr>
          <p:cNvPr id="12" name="Subtitle 2">
            <a:extLst>
              <a:ext uri="{FF2B5EF4-FFF2-40B4-BE49-F238E27FC236}">
                <a16:creationId xmlns:a16="http://schemas.microsoft.com/office/drawing/2014/main" id="{CCE88951-20A4-6022-541C-E44B4FC0DD61}"/>
              </a:ext>
            </a:extLst>
          </p:cNvPr>
          <p:cNvSpPr>
            <a:spLocks noGrp="1"/>
          </p:cNvSpPr>
          <p:nvPr>
            <p:ph type="subTitle" idx="1"/>
          </p:nvPr>
        </p:nvSpPr>
        <p:spPr>
          <a:xfrm>
            <a:off x="7735078" y="1492898"/>
            <a:ext cx="3872203" cy="1073019"/>
          </a:xfrm>
        </p:spPr>
        <p:txBody>
          <a:bodyPr>
            <a:normAutofit fontScale="92500"/>
          </a:bodyPr>
          <a:lstStyle/>
          <a:p>
            <a:r>
              <a:rPr lang="en-IN" sz="4000" dirty="0"/>
              <a:t>Game Environment</a:t>
            </a:r>
          </a:p>
        </p:txBody>
      </p:sp>
      <p:sp>
        <p:nvSpPr>
          <p:cNvPr id="13" name="Subtitle 2">
            <a:extLst>
              <a:ext uri="{FF2B5EF4-FFF2-40B4-BE49-F238E27FC236}">
                <a16:creationId xmlns:a16="http://schemas.microsoft.com/office/drawing/2014/main" id="{F8F381FF-8746-B51E-3A8E-36B040605FDF}"/>
              </a:ext>
            </a:extLst>
          </p:cNvPr>
          <p:cNvSpPr txBox="1">
            <a:spLocks/>
          </p:cNvSpPr>
          <p:nvPr/>
        </p:nvSpPr>
        <p:spPr>
          <a:xfrm>
            <a:off x="1024995" y="3506958"/>
            <a:ext cx="10414336" cy="238998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dirty="0"/>
          </a:p>
        </p:txBody>
      </p:sp>
      <p:sp>
        <p:nvSpPr>
          <p:cNvPr id="14" name="Subtitle 2">
            <a:extLst>
              <a:ext uri="{FF2B5EF4-FFF2-40B4-BE49-F238E27FC236}">
                <a16:creationId xmlns:a16="http://schemas.microsoft.com/office/drawing/2014/main" id="{6ED50BC7-9976-8917-5E7A-18AF84B04F55}"/>
              </a:ext>
            </a:extLst>
          </p:cNvPr>
          <p:cNvSpPr txBox="1">
            <a:spLocks/>
          </p:cNvSpPr>
          <p:nvPr/>
        </p:nvSpPr>
        <p:spPr>
          <a:xfrm>
            <a:off x="662472" y="3506958"/>
            <a:ext cx="11103429" cy="27165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dirty="0"/>
              <a:t>Game is setup with a chopping board, knife, and fruits and vegetables.</a:t>
            </a:r>
          </a:p>
        </p:txBody>
      </p:sp>
    </p:spTree>
    <p:extLst>
      <p:ext uri="{BB962C8B-B14F-4D97-AF65-F5344CB8AC3E}">
        <p14:creationId xmlns:p14="http://schemas.microsoft.com/office/powerpoint/2010/main" val="3202279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F7135-A290-6A1C-3100-FB312930C820}"/>
            </a:ext>
          </a:extLst>
        </p:cNvPr>
        <p:cNvGrpSpPr/>
        <p:nvPr/>
      </p:nvGrpSpPr>
      <p:grpSpPr>
        <a:xfrm>
          <a:off x="0" y="0"/>
          <a:ext cx="0" cy="0"/>
          <a:chOff x="0" y="0"/>
          <a:chExt cx="0" cy="0"/>
        </a:xfrm>
      </p:grpSpPr>
      <p:sp>
        <p:nvSpPr>
          <p:cNvPr id="12" name="Subtitle 2">
            <a:extLst>
              <a:ext uri="{FF2B5EF4-FFF2-40B4-BE49-F238E27FC236}">
                <a16:creationId xmlns:a16="http://schemas.microsoft.com/office/drawing/2014/main" id="{EBAA386C-E927-EB2F-458C-B66FA70A22F8}"/>
              </a:ext>
            </a:extLst>
          </p:cNvPr>
          <p:cNvSpPr>
            <a:spLocks noGrp="1"/>
          </p:cNvSpPr>
          <p:nvPr>
            <p:ph type="subTitle" idx="1"/>
          </p:nvPr>
        </p:nvSpPr>
        <p:spPr>
          <a:xfrm>
            <a:off x="7735078" y="1492898"/>
            <a:ext cx="3872203" cy="1073019"/>
          </a:xfrm>
        </p:spPr>
        <p:txBody>
          <a:bodyPr>
            <a:normAutofit/>
          </a:bodyPr>
          <a:lstStyle/>
          <a:p>
            <a:r>
              <a:rPr lang="en-IN" sz="4000" dirty="0"/>
              <a:t>3D Model</a:t>
            </a:r>
          </a:p>
        </p:txBody>
      </p:sp>
      <p:sp>
        <p:nvSpPr>
          <p:cNvPr id="13" name="Subtitle 2">
            <a:extLst>
              <a:ext uri="{FF2B5EF4-FFF2-40B4-BE49-F238E27FC236}">
                <a16:creationId xmlns:a16="http://schemas.microsoft.com/office/drawing/2014/main" id="{580AD1D6-4890-C9FE-7556-AD0796D169B9}"/>
              </a:ext>
            </a:extLst>
          </p:cNvPr>
          <p:cNvSpPr txBox="1">
            <a:spLocks/>
          </p:cNvSpPr>
          <p:nvPr/>
        </p:nvSpPr>
        <p:spPr>
          <a:xfrm>
            <a:off x="1024995" y="3506958"/>
            <a:ext cx="10414336" cy="238998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dirty="0"/>
          </a:p>
        </p:txBody>
      </p:sp>
      <p:sp>
        <p:nvSpPr>
          <p:cNvPr id="14" name="Subtitle 2">
            <a:extLst>
              <a:ext uri="{FF2B5EF4-FFF2-40B4-BE49-F238E27FC236}">
                <a16:creationId xmlns:a16="http://schemas.microsoft.com/office/drawing/2014/main" id="{F7C9D2A6-90BE-15BD-EE72-F0AD85BEEF72}"/>
              </a:ext>
            </a:extLst>
          </p:cNvPr>
          <p:cNvSpPr txBox="1">
            <a:spLocks/>
          </p:cNvSpPr>
          <p:nvPr/>
        </p:nvSpPr>
        <p:spPr>
          <a:xfrm>
            <a:off x="752669" y="3880183"/>
            <a:ext cx="11103429" cy="27165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dirty="0"/>
              <a:t>3D model of various fruits and vegetables like banana, tomato, potato etc.</a:t>
            </a:r>
          </a:p>
          <a:p>
            <a:pPr algn="l"/>
            <a:r>
              <a:rPr lang="en-IN" dirty="0"/>
              <a:t>Given figure of banana</a:t>
            </a:r>
          </a:p>
        </p:txBody>
      </p:sp>
      <p:pic>
        <p:nvPicPr>
          <p:cNvPr id="3" name="Picture 2">
            <a:extLst>
              <a:ext uri="{FF2B5EF4-FFF2-40B4-BE49-F238E27FC236}">
                <a16:creationId xmlns:a16="http://schemas.microsoft.com/office/drawing/2014/main" id="{83DBA850-11C6-255B-640F-EB53A6016876}"/>
              </a:ext>
            </a:extLst>
          </p:cNvPr>
          <p:cNvPicPr>
            <a:picLocks noChangeAspect="1"/>
          </p:cNvPicPr>
          <p:nvPr/>
        </p:nvPicPr>
        <p:blipFill>
          <a:blip r:embed="rId2"/>
          <a:stretch>
            <a:fillRect/>
          </a:stretch>
        </p:blipFill>
        <p:spPr>
          <a:xfrm>
            <a:off x="1130753" y="106058"/>
            <a:ext cx="5582429" cy="3400900"/>
          </a:xfrm>
          <a:prstGeom prst="rect">
            <a:avLst/>
          </a:prstGeom>
        </p:spPr>
      </p:pic>
    </p:spTree>
    <p:extLst>
      <p:ext uri="{BB962C8B-B14F-4D97-AF65-F5344CB8AC3E}">
        <p14:creationId xmlns:p14="http://schemas.microsoft.com/office/powerpoint/2010/main" val="3066672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74AE2-D3A5-D576-3D8E-5FEDB9F3D0A5}"/>
            </a:ext>
          </a:extLst>
        </p:cNvPr>
        <p:cNvGrpSpPr/>
        <p:nvPr/>
      </p:nvGrpSpPr>
      <p:grpSpPr>
        <a:xfrm>
          <a:off x="0" y="0"/>
          <a:ext cx="0" cy="0"/>
          <a:chOff x="0" y="0"/>
          <a:chExt cx="0" cy="0"/>
        </a:xfrm>
      </p:grpSpPr>
      <p:sp>
        <p:nvSpPr>
          <p:cNvPr id="12" name="Subtitle 2">
            <a:extLst>
              <a:ext uri="{FF2B5EF4-FFF2-40B4-BE49-F238E27FC236}">
                <a16:creationId xmlns:a16="http://schemas.microsoft.com/office/drawing/2014/main" id="{A9F8A544-FC33-4712-7D28-D781119C88AC}"/>
              </a:ext>
            </a:extLst>
          </p:cNvPr>
          <p:cNvSpPr>
            <a:spLocks noGrp="1"/>
          </p:cNvSpPr>
          <p:nvPr>
            <p:ph type="subTitle" idx="1"/>
          </p:nvPr>
        </p:nvSpPr>
        <p:spPr>
          <a:xfrm>
            <a:off x="7735078" y="1492898"/>
            <a:ext cx="3872203" cy="1073019"/>
          </a:xfrm>
        </p:spPr>
        <p:txBody>
          <a:bodyPr>
            <a:normAutofit/>
          </a:bodyPr>
          <a:lstStyle/>
          <a:p>
            <a:r>
              <a:rPr lang="en-IN" sz="4000" dirty="0"/>
              <a:t>3D Model</a:t>
            </a:r>
          </a:p>
        </p:txBody>
      </p:sp>
      <p:sp>
        <p:nvSpPr>
          <p:cNvPr id="13" name="Subtitle 2">
            <a:extLst>
              <a:ext uri="{FF2B5EF4-FFF2-40B4-BE49-F238E27FC236}">
                <a16:creationId xmlns:a16="http://schemas.microsoft.com/office/drawing/2014/main" id="{AD468751-CA60-1AD3-7894-DEF1FC95593A}"/>
              </a:ext>
            </a:extLst>
          </p:cNvPr>
          <p:cNvSpPr txBox="1">
            <a:spLocks/>
          </p:cNvSpPr>
          <p:nvPr/>
        </p:nvSpPr>
        <p:spPr>
          <a:xfrm>
            <a:off x="1024995" y="3506958"/>
            <a:ext cx="10414336" cy="238998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dirty="0"/>
          </a:p>
        </p:txBody>
      </p:sp>
      <p:sp>
        <p:nvSpPr>
          <p:cNvPr id="14" name="Subtitle 2">
            <a:extLst>
              <a:ext uri="{FF2B5EF4-FFF2-40B4-BE49-F238E27FC236}">
                <a16:creationId xmlns:a16="http://schemas.microsoft.com/office/drawing/2014/main" id="{20040861-ABC4-28AF-6500-68D922E4B1EF}"/>
              </a:ext>
            </a:extLst>
          </p:cNvPr>
          <p:cNvSpPr txBox="1">
            <a:spLocks/>
          </p:cNvSpPr>
          <p:nvPr/>
        </p:nvSpPr>
        <p:spPr>
          <a:xfrm>
            <a:off x="752669" y="3880183"/>
            <a:ext cx="11103429" cy="27165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dirty="0"/>
              <a:t>3D model of various fruits and vegetables like banana, tomato, potato etc.</a:t>
            </a:r>
          </a:p>
          <a:p>
            <a:pPr algn="l"/>
            <a:r>
              <a:rPr lang="en-IN" dirty="0"/>
              <a:t>Given figure of Carrot</a:t>
            </a:r>
          </a:p>
        </p:txBody>
      </p:sp>
      <p:pic>
        <p:nvPicPr>
          <p:cNvPr id="4" name="Picture 3">
            <a:extLst>
              <a:ext uri="{FF2B5EF4-FFF2-40B4-BE49-F238E27FC236}">
                <a16:creationId xmlns:a16="http://schemas.microsoft.com/office/drawing/2014/main" id="{3B54FA6B-3AFF-FEED-349A-581BCBA4AEA3}"/>
              </a:ext>
            </a:extLst>
          </p:cNvPr>
          <p:cNvPicPr>
            <a:picLocks noChangeAspect="1"/>
          </p:cNvPicPr>
          <p:nvPr/>
        </p:nvPicPr>
        <p:blipFill>
          <a:blip r:embed="rId2"/>
          <a:stretch>
            <a:fillRect/>
          </a:stretch>
        </p:blipFill>
        <p:spPr>
          <a:xfrm>
            <a:off x="1271950" y="1232047"/>
            <a:ext cx="4553585" cy="1991003"/>
          </a:xfrm>
          <a:prstGeom prst="rect">
            <a:avLst/>
          </a:prstGeom>
        </p:spPr>
      </p:pic>
    </p:spTree>
    <p:extLst>
      <p:ext uri="{BB962C8B-B14F-4D97-AF65-F5344CB8AC3E}">
        <p14:creationId xmlns:p14="http://schemas.microsoft.com/office/powerpoint/2010/main" val="3145455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40307-544F-EEF6-03B6-2F45D5448EF8}"/>
            </a:ext>
          </a:extLst>
        </p:cNvPr>
        <p:cNvGrpSpPr/>
        <p:nvPr/>
      </p:nvGrpSpPr>
      <p:grpSpPr>
        <a:xfrm>
          <a:off x="0" y="0"/>
          <a:ext cx="0" cy="0"/>
          <a:chOff x="0" y="0"/>
          <a:chExt cx="0" cy="0"/>
        </a:xfrm>
      </p:grpSpPr>
      <p:sp>
        <p:nvSpPr>
          <p:cNvPr id="12" name="Subtitle 2">
            <a:extLst>
              <a:ext uri="{FF2B5EF4-FFF2-40B4-BE49-F238E27FC236}">
                <a16:creationId xmlns:a16="http://schemas.microsoft.com/office/drawing/2014/main" id="{3D211F00-67F4-F651-3533-374B65207081}"/>
              </a:ext>
            </a:extLst>
          </p:cNvPr>
          <p:cNvSpPr>
            <a:spLocks noGrp="1"/>
          </p:cNvSpPr>
          <p:nvPr>
            <p:ph type="subTitle" idx="1"/>
          </p:nvPr>
        </p:nvSpPr>
        <p:spPr>
          <a:xfrm>
            <a:off x="7735078" y="1492898"/>
            <a:ext cx="3872203" cy="1073019"/>
          </a:xfrm>
        </p:spPr>
        <p:txBody>
          <a:bodyPr>
            <a:normAutofit/>
          </a:bodyPr>
          <a:lstStyle/>
          <a:p>
            <a:r>
              <a:rPr lang="en-IN" sz="4000" dirty="0" err="1"/>
              <a:t>GamePlay</a:t>
            </a:r>
            <a:endParaRPr lang="en-IN" sz="4000" dirty="0"/>
          </a:p>
        </p:txBody>
      </p:sp>
      <p:sp>
        <p:nvSpPr>
          <p:cNvPr id="13" name="Subtitle 2">
            <a:extLst>
              <a:ext uri="{FF2B5EF4-FFF2-40B4-BE49-F238E27FC236}">
                <a16:creationId xmlns:a16="http://schemas.microsoft.com/office/drawing/2014/main" id="{D7B857E0-5069-EFEE-DC1D-6FCA7606038C}"/>
              </a:ext>
            </a:extLst>
          </p:cNvPr>
          <p:cNvSpPr txBox="1">
            <a:spLocks/>
          </p:cNvSpPr>
          <p:nvPr/>
        </p:nvSpPr>
        <p:spPr>
          <a:xfrm>
            <a:off x="1024995" y="3506958"/>
            <a:ext cx="10414336" cy="238998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dirty="0"/>
          </a:p>
        </p:txBody>
      </p:sp>
      <p:sp>
        <p:nvSpPr>
          <p:cNvPr id="14" name="Subtitle 2">
            <a:extLst>
              <a:ext uri="{FF2B5EF4-FFF2-40B4-BE49-F238E27FC236}">
                <a16:creationId xmlns:a16="http://schemas.microsoft.com/office/drawing/2014/main" id="{BF2E9D37-A564-88CB-A558-0DB998A3CCCE}"/>
              </a:ext>
            </a:extLst>
          </p:cNvPr>
          <p:cNvSpPr txBox="1">
            <a:spLocks/>
          </p:cNvSpPr>
          <p:nvPr/>
        </p:nvSpPr>
        <p:spPr>
          <a:xfrm>
            <a:off x="752669" y="3880183"/>
            <a:ext cx="11103429" cy="27165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dirty="0"/>
              <a:t>Use Up and Down button to control the knife movement and chop the given fruits and vegetables. Use Next Item to draw the fruit to chopping and after chopping. Click on the chopped button to finish and put it to the chopped place.</a:t>
            </a:r>
          </a:p>
        </p:txBody>
      </p:sp>
      <p:pic>
        <p:nvPicPr>
          <p:cNvPr id="6" name="Picture 5">
            <a:extLst>
              <a:ext uri="{FF2B5EF4-FFF2-40B4-BE49-F238E27FC236}">
                <a16:creationId xmlns:a16="http://schemas.microsoft.com/office/drawing/2014/main" id="{0C0056CD-6015-4077-9382-CFFAC9FF1E9B}"/>
              </a:ext>
            </a:extLst>
          </p:cNvPr>
          <p:cNvPicPr>
            <a:picLocks noChangeAspect="1"/>
          </p:cNvPicPr>
          <p:nvPr/>
        </p:nvPicPr>
        <p:blipFill>
          <a:blip r:embed="rId2"/>
          <a:stretch>
            <a:fillRect/>
          </a:stretch>
        </p:blipFill>
        <p:spPr>
          <a:xfrm>
            <a:off x="1024995" y="261257"/>
            <a:ext cx="5939240" cy="3381408"/>
          </a:xfrm>
          <a:prstGeom prst="rect">
            <a:avLst/>
          </a:prstGeom>
        </p:spPr>
      </p:pic>
    </p:spTree>
    <p:extLst>
      <p:ext uri="{BB962C8B-B14F-4D97-AF65-F5344CB8AC3E}">
        <p14:creationId xmlns:p14="http://schemas.microsoft.com/office/powerpoint/2010/main" val="1006138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43CDE-011D-2E6E-9EDD-A7E761B981C3}"/>
            </a:ext>
          </a:extLst>
        </p:cNvPr>
        <p:cNvGrpSpPr/>
        <p:nvPr/>
      </p:nvGrpSpPr>
      <p:grpSpPr>
        <a:xfrm>
          <a:off x="0" y="0"/>
          <a:ext cx="0" cy="0"/>
          <a:chOff x="0" y="0"/>
          <a:chExt cx="0" cy="0"/>
        </a:xfrm>
      </p:grpSpPr>
      <p:sp>
        <p:nvSpPr>
          <p:cNvPr id="12" name="Subtitle 2">
            <a:extLst>
              <a:ext uri="{FF2B5EF4-FFF2-40B4-BE49-F238E27FC236}">
                <a16:creationId xmlns:a16="http://schemas.microsoft.com/office/drawing/2014/main" id="{09984AE2-8BC9-0EE3-D499-FA7B2613E32E}"/>
              </a:ext>
            </a:extLst>
          </p:cNvPr>
          <p:cNvSpPr>
            <a:spLocks noGrp="1"/>
          </p:cNvSpPr>
          <p:nvPr>
            <p:ph type="subTitle" idx="1"/>
          </p:nvPr>
        </p:nvSpPr>
        <p:spPr>
          <a:xfrm>
            <a:off x="531845" y="349897"/>
            <a:ext cx="11392677" cy="1842797"/>
          </a:xfrm>
        </p:spPr>
        <p:txBody>
          <a:bodyPr>
            <a:noAutofit/>
          </a:bodyPr>
          <a:lstStyle/>
          <a:p>
            <a:pPr algn="l"/>
            <a:r>
              <a:rPr lang="en-IN" sz="4000" dirty="0"/>
              <a:t>Challenges faced while implementing the assignment </a:t>
            </a:r>
          </a:p>
        </p:txBody>
      </p:sp>
      <p:sp>
        <p:nvSpPr>
          <p:cNvPr id="13" name="Subtitle 2">
            <a:extLst>
              <a:ext uri="{FF2B5EF4-FFF2-40B4-BE49-F238E27FC236}">
                <a16:creationId xmlns:a16="http://schemas.microsoft.com/office/drawing/2014/main" id="{8AD22707-10BA-C2C1-98B4-053220B99C71}"/>
              </a:ext>
            </a:extLst>
          </p:cNvPr>
          <p:cNvSpPr txBox="1">
            <a:spLocks/>
          </p:cNvSpPr>
          <p:nvPr/>
        </p:nvSpPr>
        <p:spPr>
          <a:xfrm>
            <a:off x="1024995" y="3506958"/>
            <a:ext cx="10414336" cy="238998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dirty="0"/>
          </a:p>
        </p:txBody>
      </p:sp>
      <p:sp>
        <p:nvSpPr>
          <p:cNvPr id="14" name="Subtitle 2">
            <a:extLst>
              <a:ext uri="{FF2B5EF4-FFF2-40B4-BE49-F238E27FC236}">
                <a16:creationId xmlns:a16="http://schemas.microsoft.com/office/drawing/2014/main" id="{1281517A-C9D2-E124-D7EC-A4817FD5103B}"/>
              </a:ext>
            </a:extLst>
          </p:cNvPr>
          <p:cNvSpPr txBox="1">
            <a:spLocks/>
          </p:cNvSpPr>
          <p:nvPr/>
        </p:nvSpPr>
        <p:spPr>
          <a:xfrm>
            <a:off x="317241" y="2359293"/>
            <a:ext cx="11538857" cy="27165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dirty="0"/>
              <a:t>There are various challenges that occur while implementing the assignment.</a:t>
            </a:r>
          </a:p>
          <a:p>
            <a:pPr marL="342900" indent="-342900" algn="l">
              <a:buFont typeface="Arial" panose="020B0604020202020204" pitchFamily="34" charset="0"/>
              <a:buChar char="•"/>
            </a:pPr>
            <a:r>
              <a:rPr lang="en-IN" dirty="0"/>
              <a:t>Getting the models.</a:t>
            </a:r>
          </a:p>
          <a:p>
            <a:pPr marL="342900" indent="-342900" algn="l">
              <a:buFont typeface="Arial" panose="020B0604020202020204" pitchFamily="34" charset="0"/>
              <a:buChar char="•"/>
            </a:pPr>
            <a:r>
              <a:rPr lang="en-IN" dirty="0"/>
              <a:t>Deciding the working mechanics.</a:t>
            </a:r>
          </a:p>
          <a:p>
            <a:pPr marL="342900" indent="-342900" algn="l">
              <a:buFont typeface="Arial" panose="020B0604020202020204" pitchFamily="34" charset="0"/>
              <a:buChar char="•"/>
            </a:pPr>
            <a:r>
              <a:rPr lang="en-IN" dirty="0"/>
              <a:t>Shaping and Texturing the models.</a:t>
            </a:r>
          </a:p>
          <a:p>
            <a:pPr marL="342900" indent="-342900" algn="l">
              <a:buFont typeface="Arial" panose="020B0604020202020204" pitchFamily="34" charset="0"/>
              <a:buChar char="•"/>
            </a:pPr>
            <a:r>
              <a:rPr lang="en-IN" dirty="0"/>
              <a:t>Building for Android Purposes</a:t>
            </a:r>
          </a:p>
          <a:p>
            <a:pPr marL="34290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35970813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150</Words>
  <Application>Microsoft Office PowerPoint</Application>
  <PresentationFormat>Widescreen</PresentationFormat>
  <Paragraphs>20</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Galanto Inovations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Galanto Inovations</dc:title>
  <dc:creator>Krishanshu Srivastava</dc:creator>
  <cp:lastModifiedBy>Krishanshu Srivastava</cp:lastModifiedBy>
  <cp:revision>1</cp:revision>
  <dcterms:created xsi:type="dcterms:W3CDTF">2024-02-15T09:40:33Z</dcterms:created>
  <dcterms:modified xsi:type="dcterms:W3CDTF">2024-02-15T10:12:11Z</dcterms:modified>
</cp:coreProperties>
</file>